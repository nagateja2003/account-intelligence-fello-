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5F7A"/>
                </a:solidFill>
              </a:defRPr>
            </a:pPr>
            <a:r>
              <a:t>AI Account Intelligence &amp; Enrichment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4495E"/>
                </a:solidFill>
              </a:defRPr>
            </a:pPr>
            <a:r>
              <a:t>Transform Anonymous Web Traffic into Actionable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70% of buyer journey complete before prospects identify themselves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Sales Teams Are Flying Blind: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No visibility into anonymous visitors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High-intent prospects go undetected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Hours wasted on manual research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Generic, unpersonalized outreach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Can't prioritize accounts to pursue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Result: Qualified pipeline walks away unnoticed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Fello Account Intelligence Engine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Pipeline: Signals → AI (Groq/Llama-3) → Intel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b="1" sz="1400">
                <a:solidFill>
                  <a:srgbClr val="FF6B35"/>
                </a:solidFill>
              </a:defRPr>
            </a:pPr>
            <a:r>
              <a:t>KEY FEATURES: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Real-time company identification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AI-powered persona inference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Intent scoring (1-10 scale)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Firmographics &amp; tech stack analysis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Personalized sales hooks &amp; actions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One-click GitHub Actions automation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Salesforce CRM integration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  • Serverless, zero infrastructure costs</a:t>
            </a: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4495E"/>
                </a:solidFill>
              </a:defRPr>
            </a:pPr>
            <a:r>
              <a:t>Impact: 90% reduction in research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20640"/>
            <a:ext cx="859536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Tech Stack: Python + Groq (Llama-3) + GitHub Actions + Salesforce    |    17+ data points per account    |    ~2 min for 10 accounts    |  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5F7A"/>
                </a:solidFill>
              </a:defRPr>
            </a:pPr>
            <a:r>
              <a:t>Live Demonstration: How It Works &amp; 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495E"/>
                </a:solidFill>
              </a:defRPr>
            </a:pPr>
            <a:r>
              <a:t>1️⃣ Trigger Workflow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GitHub Actions → Run → Execute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4495E"/>
                </a:solidFill>
              </a:defRPr>
            </a:pPr>
            <a:r>
              <a:t>2️⃣ AI Enrichment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• Company identification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• Leadership analysis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• Intent scoring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• Sales recommendations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4495E"/>
                </a:solidFill>
              </a:defRPr>
            </a:pPr>
            <a:r>
              <a:t>3️⃣ Results in ~2 min</a:t>
            </a:r>
          </a:p>
          <a:p>
            <a:pPr>
              <a:spcAft>
                <a:spcPts val="400"/>
              </a:spcAft>
              <a:defRPr sz="1100">
                <a:solidFill>
                  <a:srgbClr val="34495E"/>
                </a:solidFill>
              </a:defRPr>
            </a:pPr>
            <a:r>
              <a:t>   JSON + Salesforce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731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SAMPLE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743200" cy="22860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TechCorp Solutions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techcorp.io | Fintech | 200-500 emp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Intent Score: 8/10 ⚡ High Intent!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Persona: VP Engineering - scalability tools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Leadership: Sarah Chen (CTO)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AI Summary: Series B Fintech, $45M raised.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Expanding to Europe. Researching fraud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detection and payment orchestration.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Sales Hook: Hiring Senior Backend Engs =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strong infrastructure expansion signal.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Action: Fintech case studies + fraud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detection ROI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731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🎯 Intent Scoring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1-10 scale, purchase readiness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👤 Persona Detection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Decision-maker identification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🏢 Firmographics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Industry, size, location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🤖 AI Summary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Llama-3 deep analysis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💬 Sales Hooks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Personalized messaging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34495E"/>
                </a:solidFill>
              </a:defRPr>
            </a:pPr>
            <a:r>
              <a:t>🔄 Automation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  One-click GitHub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DATA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703320"/>
            <a:ext cx="6400800" cy="5029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Anonymous Visitors  →  AI Analysis (Llama-3)  →  Intent Score + Persona  →  Salesforce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343400"/>
            <a:ext cx="8595360" cy="2194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4251960"/>
            <a:ext cx="8595360" cy="21945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BEFORE → AFTER IMPACT: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2-3 hours manual research → 10 seconds automated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Generic outreach emails → Personalized AI hooks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Unknown visitor intent → Intent-scored leads (1-10)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BUSINESS VALUE: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✓ Convert anonymous traffic into qualified pipeline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✓ Prioritize sales outreach based on intent scores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✓ Reduce research time by 90%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